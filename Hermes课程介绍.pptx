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Hermes Agent 小课程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ADCFC"/>
                </a:solidFill>
                <a:latin typeface="Calibri"/>
              </a:defRPr>
            </a:pPr>
            <a:r>
              <a:t>从零开始 21 节课，学会用 AI 助手帮你干活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2743200" cy="5486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DC0"/>
                </a:solidFill>
                <a:latin typeface="Calibri"/>
              </a:defRPr>
            </a:pPr>
            <a:r>
              <a:t>tccca1  |  Hermes Agent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课程体系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4572000"/>
          </a:xfrm>
          <a:prstGeom prst="round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7315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96"/>
                </a:solidFill>
                <a:latin typeface="Calibri"/>
              </a:defRPr>
            </a:pPr>
            <a:r>
              <a:t>🟢 入门篇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共 3 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好玩初体验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搜索与总结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读文件/改文件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45920"/>
            <a:ext cx="2011680" cy="4572000"/>
          </a:xfrm>
          <a:prstGeom prst="round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645920"/>
            <a:ext cx="2011680" cy="7315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Calibri"/>
              </a:defRPr>
            </a:pPr>
            <a:r>
              <a:t>🔵 实用篇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共 5 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写代码/跑脚本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GitHub 一条龙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搜索代码/重构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297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PDF/文档处理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PPT 演示文稿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645920"/>
            <a:ext cx="2011680" cy="4572000"/>
          </a:xfrm>
          <a:prstGeom prst="round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1645920"/>
            <a:ext cx="2011680" cy="73152"/>
          </a:xfrm>
          <a:prstGeom prst="round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E795"/>
                </a:solidFill>
                <a:latin typeface="Calibri"/>
              </a:defRPr>
            </a:pPr>
            <a:r>
              <a:t>🟣 创意篇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共 5 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画架构图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网页设计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信息图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297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AI 音乐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手绘图表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645920"/>
            <a:ext cx="2011680" cy="4572000"/>
          </a:xfrm>
          <a:prstGeom prst="round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645920"/>
            <a:ext cx="2011680" cy="7315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090"/>
                </a:solidFill>
                <a:latin typeface="Calibri"/>
              </a:defRPr>
            </a:pPr>
            <a:r>
              <a:t>🟡 进阶篇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共 4 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定时任务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博客监控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Google 全家桶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297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Notion 集成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1645920"/>
            <a:ext cx="2011680" cy="4572000"/>
          </a:xfrm>
          <a:prstGeom prst="round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0" y="1645920"/>
            <a:ext cx="2011680" cy="73152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5042"/>
                </a:solidFill>
                <a:latin typeface="Calibri"/>
              </a:defRPr>
            </a:pPr>
            <a:r>
              <a:t>🟠 硬核篇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共 4 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本地大模型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TDD 开发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系统化调试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297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Claude Code 代理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已学课程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1371600"/>
          </a:xfrm>
          <a:prstGeom prst="roundRect">
            <a:avLst/>
          </a:prstGeom>
          <a:solidFill>
            <a:srgbClr val="2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第 1 课: ASCII 艺术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在终端生成漂亮的文字艺术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371600"/>
          </a:xfrm>
          <a:prstGeom prst="roundRect">
            <a:avLst/>
          </a:prstGeom>
          <a:solidFill>
            <a:srgbClr val="2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第 2 课: 搜索与总结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搜网页、查资料、做摘要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5029200" cy="1371600"/>
          </a:xfrm>
          <a:prstGeom prst="roundRect">
            <a:avLst/>
          </a:prstGeom>
          <a:solidFill>
            <a:srgbClr val="2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第 5 课: GitHub 工作流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931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创建仓库、提交代码、推送到远程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029200" cy="1371600"/>
          </a:xfrm>
          <a:prstGeom prst="roundRect">
            <a:avLst/>
          </a:prstGeom>
          <a:solidFill>
            <a:srgbClr val="2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3474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429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第 6 课: 搜索代码/重构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931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搜索函数定义、优化冗余逻辑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5029200" cy="1371600"/>
          </a:xfrm>
          <a:prstGeom prst="roundRect">
            <a:avLst/>
          </a:prstGeom>
          <a:solidFill>
            <a:srgbClr val="2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74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第 7 课: PDF 文档处理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77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提取文字、拆分合并、转 Markdown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937760"/>
            <a:ext cx="5029200" cy="1371600"/>
          </a:xfrm>
          <a:prstGeom prst="roundRect">
            <a:avLst/>
          </a:prstGeom>
          <a:solidFill>
            <a:srgbClr val="2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512064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074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第 9 课: 画架构图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577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生成 SVG 架构图展示课程结构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第 8 课: PPT 演示文稿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2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3152" cy="4572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96"/>
                </a:solidFill>
                <a:latin typeface="Calibri"/>
              </a:defRPr>
            </a:pPr>
            <a:r>
              <a:t>用 python-pptx 从零创建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1. 深色主题 (Navy #1E2761)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2. 封面页: 标题 + 副标题 + 装饰条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3. 课程概览: 5 大类别卡片布局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4. 已完成课程: 带编号徽章的网格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5. 本课实况: 左右分栏展示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6. 文字 QA: markitdown 提取验证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7. 视觉 QA: 转图片检查布局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2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73152" cy="457200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Calibri"/>
              </a:defRPr>
            </a:pPr>
            <a:r>
              <a:t>幻灯片详情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幻灯片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Python 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python-pptx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设计风格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深色 + 卡片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212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宽屏尺寸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DC0"/>
                </a:solidFill>
                <a:latin typeface="Calibri"/>
              </a:defRPr>
            </a:pPr>
            <a:r>
              <a:t>13.3×7.5"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